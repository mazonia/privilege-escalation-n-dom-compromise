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228600" cy="4114800"/>
          </a:xfrm>
          <a:prstGeom prst="rect">
            <a:avLst/>
          </a:prstGeom>
          <a:solidFill>
            <a:srgbClr val="0F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371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6E66"/>
                </a:solidFill>
                <a:latin typeface="Calibri"/>
              </a:defRPr>
            </a:pPr>
            <a:r>
              <a:t>CY376: NETWORK MONITORING, SECURITY AND AUDITING</a:t>
            </a:r>
          </a:p>
          <a:p>
            <a:pPr>
              <a:defRPr sz="3200" b="1">
                <a:solidFill>
                  <a:srgbClr val="1E293B"/>
                </a:solidFill>
                <a:latin typeface="Calibri"/>
              </a:defRPr>
            </a:pPr>
            <a:r>
              <a:t>Simulated Privilege Escalation &amp;</a:t>
            </a:r>
            <a:br/>
            <a:r>
              <a:t>Domain Compromise</a:t>
            </a:r>
          </a:p>
          <a:p>
            <a:pPr>
              <a:defRPr sz="1600" i="1">
                <a:solidFill>
                  <a:srgbClr val="475569"/>
                </a:solidFill>
                <a:latin typeface="Calibri"/>
              </a:defRPr>
            </a:pPr>
            <a:r>
              <a:t>Active Directory Assumed-Breach Penetration Test &amp; DCSync Attack Chain (INLANEFREIGHT.LOCAL)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3931920"/>
            <a:ext cx="100584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300" b="1">
                <a:solidFill>
                  <a:srgbClr val="0F6E66"/>
                </a:solidFill>
                <a:latin typeface="Calibri"/>
              </a:defRPr>
            </a:pPr>
            <a:r>
              <a:t>Presenter: Enoch Nana Tabi Oduro  |  Index: CY376-2026-REG  |  Track: Red Team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Submission Date: Monday, 3rd August 2026</a:t>
            </a:r>
          </a:p>
          <a:p>
            <a:pPr>
              <a:defRPr sz="1200" b="1">
                <a:solidFill>
                  <a:srgbClr val="0D9488"/>
                </a:solidFill>
                <a:latin typeface="Calibri"/>
              </a:defRPr>
            </a:pPr>
            <a:r>
              <a:t>GitHub Repository: https://github.com/Mazonia/privilege-escalation-n-dom-compromise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0F6E66"/>
                </a:solidFill>
                <a:latin typeface="Calibri"/>
              </a:defRPr>
            </a:pPr>
            <a:r>
              <a:t>CY376 RED TEAM PRESENTATION</a:t>
            </a:r>
          </a:p>
          <a:p>
            <a:pPr>
              <a:defRPr sz="2200" b="1">
                <a:solidFill>
                  <a:srgbClr val="1E293B"/>
                </a:solidFill>
                <a:latin typeface="Calibri"/>
              </a:defRPr>
            </a:pPr>
            <a:r>
              <a:t>1. Engagement Objectives &amp; Threat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0F6E66"/>
                </a:solidFill>
                <a:latin typeface="Calibri"/>
              </a:defRPr>
            </a:pPr>
            <a:r>
              <a:t>Assumed-Breach Threat Model</a:t>
            </a:r>
          </a:p>
          <a:p>
            <a:r>
              <a:rPr b="1" sz="1300">
                <a:solidFill>
                  <a:srgbClr val="1E293B"/>
                </a:solidFill>
              </a:rPr>
              <a:t>Insider Threat Simulation: </a:t>
            </a:r>
            <a:r>
              <a:rPr sz="1300">
                <a:solidFill>
                  <a:srgbClr val="475569"/>
                </a:solidFill>
              </a:rPr>
              <a:t>Assumes an attacker has achieved internal network access and obtained low-privilege credentials (hporter).</a:t>
            </a:r>
          </a:p>
          <a:p>
            <a:r>
              <a:rPr b="1" sz="1300">
                <a:solidFill>
                  <a:srgbClr val="1E293B"/>
                </a:solidFill>
              </a:rPr>
              <a:t>Perimeter Bypass: </a:t>
            </a:r>
            <a:r>
              <a:rPr sz="1300">
                <a:solidFill>
                  <a:srgbClr val="475569"/>
                </a:solidFill>
              </a:rPr>
              <a:t>Focuses strictly on internal defense-in-depth, object ACL delegations, service isolation, and directory security.</a:t>
            </a:r>
          </a:p>
          <a:p>
            <a:r>
              <a:rPr b="1" sz="1300">
                <a:solidFill>
                  <a:srgbClr val="1E293B"/>
                </a:solidFill>
              </a:rPr>
              <a:t>Zero-Day Independent: </a:t>
            </a:r>
            <a:r>
              <a:rPr sz="1300">
                <a:solidFill>
                  <a:srgbClr val="475569"/>
                </a:solidFill>
              </a:rPr>
              <a:t>Evaluates how native Windows features, misconfigurations, and credential hygiene failures lead to compromise.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0F6E66"/>
                </a:solidFill>
                <a:latin typeface="Calibri"/>
              </a:defRPr>
            </a:pPr>
            <a:r>
              <a:t>Primary Research Questions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1. Can a single unprivileged domain user (hporter) achieve full Domain Administrator rights through ACL misconfiguration chaining?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2. How do decoupled security flaws (file share scripts, autologon secrets, vulnerable local services) concatenate into a full attack path?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3. What is the operational impact of unmonitored directory replication rights (GetChanges / GetChangesAll) on domain integrity?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0F6E66"/>
                </a:solidFill>
                <a:latin typeface="Calibri"/>
              </a:defRPr>
            </a:pPr>
            <a:r>
              <a:t>CY376 RED TEAM PRESENTATION</a:t>
            </a:r>
          </a:p>
          <a:p>
            <a:pPr>
              <a:defRPr sz="2200" b="1">
                <a:solidFill>
                  <a:srgbClr val="1E293B"/>
                </a:solidFill>
                <a:latin typeface="Calibri"/>
              </a:defRPr>
            </a:pPr>
            <a:r>
              <a:t>2. Lab Architecture &amp; Target Environment Setup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50815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0F6E66"/>
                </a:solidFill>
                <a:latin typeface="Calibri"/>
              </a:defRPr>
            </a:pPr>
            <a:r>
              <a:t>DC01 (172.16.8.3)</a:t>
            </a:r>
          </a:p>
          <a:p>
            <a:pPr>
              <a:defRPr sz="1200" b="1">
                <a:solidFill>
                  <a:srgbClr val="475569"/>
                </a:solidFill>
                <a:latin typeface="Calibri"/>
              </a:defRPr>
            </a:pPr>
            <a:r>
              <a:t>Role: Domain Controller  |  OS: Windows Server 2019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Target Domain Controller hosting INLANEFREIGHT.LOCAL AD services, LDAP, DNS, and KDC.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645920"/>
            <a:ext cx="5150815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0F6E66"/>
                </a:solidFill>
                <a:latin typeface="Calibri"/>
              </a:defRPr>
            </a:pPr>
            <a:r>
              <a:t>MS01 (172.16.8.50)</a:t>
            </a:r>
          </a:p>
          <a:p>
            <a:pPr>
              <a:defRPr sz="1200" b="1">
                <a:solidFill>
                  <a:srgbClr val="475569"/>
                </a:solidFill>
                <a:latin typeface="Calibri"/>
              </a:defRPr>
            </a:pPr>
            <a:r>
              <a:t>Role: Member Server  |  OS: Windows Server 2019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Application server hosting WinRM, SQL Express backup routines, and Sysax Automation Service.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50815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0F6E66"/>
                </a:solidFill>
                <a:latin typeface="Calibri"/>
              </a:defRPr>
            </a:pPr>
            <a:r>
              <a:t>DEV01 / DMZ01 (172.16.8.10)</a:t>
            </a:r>
          </a:p>
          <a:p>
            <a:pPr>
              <a:defRPr sz="1200" b="1">
                <a:solidFill>
                  <a:srgbClr val="475569"/>
                </a:solidFill>
                <a:latin typeface="Calibri"/>
              </a:defRPr>
            </a:pPr>
            <a:r>
              <a:t>Role: Web Pivot Host  |  OS: Ubuntu 22.04 LTS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Internal web host utilized for initial credential discovery during assumed-breach phase.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150815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0F6E66"/>
                </a:solidFill>
                <a:latin typeface="Calibri"/>
              </a:defRPr>
            </a:pPr>
            <a:r>
              <a:t>Attacker Host (172.16.8.100)</a:t>
            </a:r>
          </a:p>
          <a:p>
            <a:pPr>
              <a:defRPr sz="1200" b="1">
                <a:solidFill>
                  <a:srgbClr val="475569"/>
                </a:solidFill>
                <a:latin typeface="Calibri"/>
              </a:defRPr>
            </a:pPr>
            <a:r>
              <a:t>Role: Red Team Station  |  OS: Kali Linux 2026.2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Assessment platform equipped with NetExec, BloodHound, Impacket, Mimikatz, and Hashcat.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0F6E66"/>
                </a:solidFill>
                <a:latin typeface="Calibri"/>
              </a:defRPr>
            </a:pPr>
            <a:r>
              <a:t>CY376 RED TEAM PRESENTATION</a:t>
            </a:r>
          </a:p>
          <a:p>
            <a:pPr>
              <a:defRPr sz="2200" b="1">
                <a:solidFill>
                  <a:srgbClr val="1E293B"/>
                </a:solidFill>
                <a:latin typeface="Calibri"/>
              </a:defRPr>
            </a:pPr>
            <a:r>
              <a:t>3. Results: Foothold Verification to Host Compromise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b="1" sz="1250">
                <a:solidFill>
                  <a:srgbClr val="0F6E66"/>
                </a:solidFill>
              </a:rPr>
              <a:t>Stage 1: Foothold Validation
</a:t>
            </a:r>
            <a:r>
              <a:rPr sz="1150">
                <a:solidFill>
                  <a:srgbClr val="1E293B"/>
                </a:solidFill>
              </a:rPr>
              <a:t>Confirmed hporter : Gr8hambino! credentials via NetExec SMB on DC01.
</a:t>
            </a:r>
          </a:p>
          <a:p>
            <a:r>
              <a:rPr b="1" sz="1250">
                <a:solidFill>
                  <a:srgbClr val="0F6E66"/>
                </a:solidFill>
              </a:rPr>
              <a:t>Stage 2-3: ForceChangePassword ACL
</a:t>
            </a:r>
            <a:r>
              <a:rPr sz="1150">
                <a:solidFill>
                  <a:srgbClr val="1E293B"/>
                </a:solidFill>
              </a:rPr>
              <a:t>BloodHound revealed ForceChangePassword over ssmalls. Reset password to mazoniakid via bloodyAD.
</a:t>
            </a:r>
          </a:p>
          <a:p>
            <a:r>
              <a:rPr b="1" sz="1250">
                <a:solidFill>
                  <a:srgbClr val="0F6E66"/>
                </a:solidFill>
              </a:rPr>
              <a:t>Stage 4: File Share Credential Harvesting
</a:t>
            </a:r>
            <a:r>
              <a:rPr sz="1150">
                <a:solidFill>
                  <a:srgbClr val="1E293B"/>
                </a:solidFill>
              </a:rPr>
              <a:t>Spidered IT department share as ssmalls; extracted backupadm credentials from SQL Express Backup.ps1.
</a:t>
            </a:r>
          </a:p>
          <a:p>
            <a:r>
              <a:rPr b="1" sz="1250">
                <a:solidFill>
                  <a:srgbClr val="0F6E66"/>
                </a:solidFill>
              </a:rPr>
              <a:t>Stage 5: WinRM Lateral Movement
</a:t>
            </a:r>
            <a:r>
              <a:rPr sz="1150">
                <a:solidFill>
                  <a:srgbClr val="1E293B"/>
                </a:solidFill>
              </a:rPr>
              <a:t>Authenticated to MS01 via WinRM using backupadm credentials.
</a:t>
            </a:r>
          </a:p>
          <a:p>
            <a:r>
              <a:rPr b="1" sz="1250">
                <a:solidFill>
                  <a:srgbClr val="0F6E66"/>
                </a:solidFill>
              </a:rPr>
              <a:t>Stage 6-7: Unattend.xml &amp; Sysax Service LPE
</a:t>
            </a:r>
            <a:r>
              <a:rPr sz="1150">
                <a:solidFill>
                  <a:srgbClr val="1E293B"/>
                </a:solidFill>
              </a:rPr>
              <a:t>Harvested ilfserveradm credentials from C:\panther\unattend.xml; escalated to local SYSTEM via vulnerable Sysax service.
</a:t>
            </a:r>
          </a:p>
        </p:txBody>
      </p:sp>
      <p:pic>
        <p:nvPicPr>
          <p:cNvPr id="4" name="Picture 3" descr="maz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937760" cy="338652"/>
          </a:xfrm>
          <a:prstGeom prst="rect">
            <a:avLst/>
          </a:prstGeom>
        </p:spPr>
      </p:pic>
      <p:pic>
        <p:nvPicPr>
          <p:cNvPr id="5" name="Picture 4" descr="maz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023360"/>
            <a:ext cx="4937760" cy="14987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0F6E66"/>
                </a:solidFill>
                <a:latin typeface="Calibri"/>
              </a:defRPr>
            </a:pPr>
            <a:r>
              <a:t>CY376 RED TEAM PRESENTATION</a:t>
            </a:r>
          </a:p>
          <a:p>
            <a:pPr>
              <a:defRPr sz="2200" b="1">
                <a:solidFill>
                  <a:srgbClr val="1E293B"/>
                </a:solidFill>
                <a:latin typeface="Calibri"/>
              </a:defRPr>
            </a:pPr>
            <a:r>
              <a:t>4. Results: LSA Autologon Secrets &amp; Targeted Kerberoasting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b="1" sz="1300">
                <a:solidFill>
                  <a:srgbClr val="0F6E66"/>
                </a:solidFill>
              </a:rPr>
              <a:t>Stage 8: Mimikatz LSA Secrets Dump
</a:t>
            </a:r>
            <a:r>
              <a:rPr sz="1200">
                <a:solidFill>
                  <a:srgbClr val="1E293B"/>
                </a:solidFill>
              </a:rPr>
              <a:t>Extracted cleartext autologon registry secrets on MS01; recovered mssqladm : DBAilfreight1!.
</a:t>
            </a:r>
          </a:p>
          <a:p>
            <a:r>
              <a:rPr b="1" sz="1300">
                <a:solidFill>
                  <a:srgbClr val="0F6E66"/>
                </a:solidFill>
              </a:rPr>
              <a:t>Stage 9: Targeted SPN Injection via GenericWrite
</a:t>
            </a:r>
            <a:r>
              <a:rPr sz="1200">
                <a:solidFill>
                  <a:srgbClr val="1E293B"/>
                </a:solidFill>
              </a:rPr>
              <a:t>mssqladm held GenericWrite over user ttimmons. Injected fake SPN (acmetesting/LEGIT) using bloodyAD.
</a:t>
            </a:r>
          </a:p>
          <a:p>
            <a:r>
              <a:rPr b="1" sz="1300">
                <a:solidFill>
                  <a:srgbClr val="0F6E66"/>
                </a:solidFill>
              </a:rPr>
              <a:t>Offline Kerberos TGS Cracking
</a:t>
            </a:r>
            <a:r>
              <a:rPr sz="1200">
                <a:solidFill>
                  <a:srgbClr val="1E293B"/>
                </a:solidFill>
              </a:rPr>
              <a:t>Requested TGS ticket via Impacket GetUserSPNs.py; cracked password Repeat09 offline via Hashcat (Mode 13100).
</a:t>
            </a:r>
          </a:p>
        </p:txBody>
      </p:sp>
      <p:pic>
        <p:nvPicPr>
          <p:cNvPr id="4" name="Picture 3" descr="default-user-o-mssqlad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937760" cy="2024385"/>
          </a:xfrm>
          <a:prstGeom prst="rect">
            <a:avLst/>
          </a:prstGeom>
        </p:spPr>
      </p:pic>
      <p:pic>
        <p:nvPicPr>
          <p:cNvPr id="5" name="Picture 4" descr="mssqladm-genericwrite-onttt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4023360"/>
            <a:ext cx="4937760" cy="19185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0F6E66"/>
                </a:solidFill>
                <a:latin typeface="Calibri"/>
              </a:defRPr>
            </a:pPr>
            <a:r>
              <a:t>CY376 RED TEAM PRESENTATION</a:t>
            </a:r>
          </a:p>
          <a:p>
            <a:pPr>
              <a:defRPr sz="2200" b="1">
                <a:solidFill>
                  <a:srgbClr val="1E293B"/>
                </a:solidFill>
                <a:latin typeface="Calibri"/>
              </a:defRPr>
            </a:pPr>
            <a:r>
              <a:t>5. Results: Group Self-Addition &amp; DCSync Domain Compromise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b="1" sz="1300">
                <a:solidFill>
                  <a:srgbClr val="0F6E66"/>
                </a:solidFill>
              </a:rPr>
              <a:t>Stage 10: Group Self-Addition
</a:t>
            </a:r>
            <a:r>
              <a:rPr sz="1200">
                <a:solidFill>
                  <a:srgbClr val="1E293B"/>
                </a:solidFill>
              </a:rPr>
              <a:t>ttimmons held GenericAll control over Server Admins group; added itself directly into the group.
</a:t>
            </a:r>
          </a:p>
          <a:p>
            <a:r>
              <a:rPr b="1" sz="1300">
                <a:solidFill>
                  <a:srgbClr val="0F6E66"/>
                </a:solidFill>
              </a:rPr>
              <a:t>Stage 11: DCSync Domain Credential Replication
</a:t>
            </a:r>
            <a:r>
              <a:rPr sz="1200">
                <a:solidFill>
                  <a:srgbClr val="1E293B"/>
                </a:solidFill>
              </a:rPr>
              <a:t>Server Admins group held GetChanges/GetChangesAll rights on domain root. Dumped NTDS.DIT database via secretsdump.py.
</a:t>
            </a:r>
          </a:p>
          <a:p>
            <a:r>
              <a:rPr b="1" sz="1300">
                <a:solidFill>
                  <a:srgbClr val="0F6E66"/>
                </a:solidFill>
              </a:rPr>
              <a:t>Stage 12: Pass-the-Hash Domain Control
</a:t>
            </a:r>
            <a:r>
              <a:rPr sz="1200">
                <a:solidFill>
                  <a:srgbClr val="1E293B"/>
                </a:solidFill>
              </a:rPr>
              <a:t>Authenticated to DC01 via WinRM using Administrator NTLM hash (fd1f7e5564060258ea787ddbb6e6afa2), confirming 100% domain takeover.
</a:t>
            </a:r>
          </a:p>
        </p:txBody>
      </p:sp>
      <p:pic>
        <p:nvPicPr>
          <p:cNvPr id="4" name="Picture 3" descr="maz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937760" cy="1609746"/>
          </a:xfrm>
          <a:prstGeom prst="rect">
            <a:avLst/>
          </a:prstGeom>
        </p:spPr>
      </p:pic>
      <p:pic>
        <p:nvPicPr>
          <p:cNvPr id="5" name="Picture 4" descr="dc-sync-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023360"/>
            <a:ext cx="4937760" cy="18344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0F6E66"/>
                </a:solidFill>
                <a:latin typeface="Calibri"/>
              </a:defRPr>
            </a:pPr>
            <a:r>
              <a:t>CY376 RED TEAM PRESENTATION</a:t>
            </a:r>
          </a:p>
          <a:p>
            <a:pPr>
              <a:defRPr sz="2200" b="1">
                <a:solidFill>
                  <a:srgbClr val="1E293B"/>
                </a:solidFill>
                <a:latin typeface="Calibri"/>
              </a:defRPr>
            </a:pPr>
            <a:r>
              <a:t>6. Root-Cause Misconfigurations Chained Across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4156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6E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Identified Misconfiguration</a:t>
                      </a:r>
                    </a:p>
                  </a:txBody>
                  <a:tcPr>
                    <a:solidFill>
                      <a:srgbClr val="0F6E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0F6E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 in Attack Chain</a:t>
                      </a:r>
                    </a:p>
                  </a:txBody>
                  <a:tcPr>
                    <a:solidFill>
                      <a:srgbClr val="0F6E6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ForceChangePassword ACL Delegation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Allowed account takeover of ssmalls without password knowledge.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Plaintext Credentials in Share Script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Exposed backupadm credentials on accessible IT share.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Excessive Service Account WinRM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Permitted lateral movement of backupadm onto member server MS01.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Unattended Setup Answer File (unattend.xml)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Exposed cleartext local administrator setup credentials.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Vulnerable Scheduled Task Service (Sysax)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991B1B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Enabled local privilege escalation to NT AUTHORITY\SYSTEM on MS01.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Autologon Registry Cleartext Storage (LSA)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Exposed mssqladm service account password in LSA registry secrets.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GenericWrite ACL Delegation on User Object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Allowed targeted SPN injection on ttimmons for Kerberoasting.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Weak Password Policy (RC4 Kerberoastable)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Enabled offline brute-force cracking of ttimmons TGS hash.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GenericAll ACL Control over Security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Allowed ttimmons to self-add into privileged Server Admins group.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Extended Directory Replication Rights (DCSync)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991B1B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Root Cause of Domain Compromise: Allowed NTDS.DIT replication dump.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0F6E66"/>
                </a:solidFill>
                <a:latin typeface="Calibri"/>
              </a:defRPr>
            </a:pPr>
            <a:r>
              <a:t>CY376 RED TEAM PRESENTATION</a:t>
            </a:r>
          </a:p>
          <a:p>
            <a:pPr>
              <a:defRPr sz="2200" b="1">
                <a:solidFill>
                  <a:srgbClr val="1E293B"/>
                </a:solidFill>
                <a:latin typeface="Calibri"/>
              </a:defRPr>
            </a:pPr>
            <a:r>
              <a:t>7. Prioritized Remediation Roadmap (CIS Benchmarks)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0F6E66"/>
                </a:solidFill>
                <a:latin typeface="Calibri"/>
              </a:defRPr>
            </a:pPr>
            <a:r>
              <a:t>1. Revoke Directory Replication Rights (Critical)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Immediately remove GetChanges and GetChangesAll replication rights from non-DC groups (Server Admins). Restrict replication to DCs only.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0F6E66"/>
                </a:solidFill>
                <a:latin typeface="Calibri"/>
              </a:defRPr>
            </a:pPr>
            <a:r>
              <a:t>2. Remediate Excessive ACL Delegations (High)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Audit AD object ACLs via BloodHound Enterprise / PingCastle. Revoke ForceChangePassword, GenericWrite, and GenericAll from standard accounts.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0F6E66"/>
                </a:solidFill>
                <a:latin typeface="Calibri"/>
              </a:defRPr>
            </a:pPr>
            <a:r>
              <a:t>3. Migrate Service Accounts to gMSAs (High)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Deploy Group Managed Service Accounts (gMSAs) with automatic 120-character password rotation for backupadm and mssqladm.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0F6E66"/>
                </a:solidFill>
                <a:latin typeface="Calibri"/>
              </a:defRPr>
            </a:pPr>
            <a:r>
              <a:t>4. Enable LSA Protection &amp; Credential Guard (Medium)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Configure HKLM\SYSTEM\CurrentControlSet\Control\Lsa\RunAsPPL = 1 via Group Policy to prevent Mimikatz LSASS memory dumping.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0F6E66"/>
                </a:solidFill>
                <a:latin typeface="Calibri"/>
              </a:defRPr>
            </a:pPr>
            <a:r>
              <a:t>5. Implement Microsoft Tiered Administration (Strategic)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Enforce strict boundary separation between Tier 0 (Domain Controllers), Tier 1 (Servers), and Tier 2 (Workstations).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solidFill>
            <a:srgbClr val="E6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0F6E66"/>
                </a:solidFill>
                <a:latin typeface="Calibri"/>
              </a:defRPr>
            </a:pPr>
            <a:r>
              <a:t>CY376 RED TEAM PRESENTATION</a:t>
            </a:r>
          </a:p>
          <a:p>
            <a:pPr>
              <a:defRPr sz="2200" b="1">
                <a:solidFill>
                  <a:srgbClr val="1E293B"/>
                </a:solidFill>
                <a:latin typeface="Calibri"/>
              </a:defRPr>
            </a:pPr>
            <a:r>
              <a:t>8. Conclusion &amp; Presentation Wrap-up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4849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2000" b="1">
                <a:solidFill>
                  <a:srgbClr val="0F6E66"/>
                </a:solidFill>
                <a:latin typeface="Calibri"/>
              </a:defRPr>
            </a:pPr>
            <a:r>
              <a:t>Summary of Outcomes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• Full Domain Takeover Demonstrated: 12-stage attack chain successfully escalated hporter to Domain Administrator &amp; DCSync control.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• Zero Exploits Needed: Entire compromise path relied strictly on misconfigured permissions, cleartext credentials, and unmonitored directory rights.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• Defense-in-Depth Required: Implementing the remediation roadmap will sever the attack path at multiple independent stages.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• Complete Deliverables Pushed: Written Report (DOCX/PDF), Execution Scripts, Evidence Logs, and Screenshots pushed to GitHub.</a:t>
            </a:r>
          </a:p>
          <a:p>
            <a:br/>
            <a:pPr>
              <a:defRPr sz="1800" b="1">
                <a:solidFill>
                  <a:srgbClr val="0F6E66"/>
                </a:solidFill>
                <a:latin typeface="Calibri"/>
              </a:defRPr>
            </a:pPr>
            <a:r>
              <a:t>Thank You! Open for Questions &amp; Interview Walkthrough.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